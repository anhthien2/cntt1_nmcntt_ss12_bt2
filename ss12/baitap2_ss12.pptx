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1" r:id="rId5"/>
    <p:sldId id="262" r:id="rId6"/>
    <p:sldId id="263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ình giữ chỗ đầ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Phần giữ chỗ ngà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vi-VN" smtClean="0"/>
            </a:fld>
            <a:endParaRPr lang="vi-VN"/>
          </a:p>
        </p:txBody>
      </p:sp>
      <p:sp>
        <p:nvSpPr>
          <p:cNvPr id="4" name="Phần giữ chỗ hình ảnh trang chiế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Trình giữ chỗ Ghi ch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6" name="Trình giữ chỗ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Trình giữ chỗ số trang chiế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vi-VN" smtClean="0"/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rình giữ chỗ hình ảnh trang chiếu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rình giữ chỗ Văn bản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457200"/>
            <a:r>
              <a:rPr lang="en-US" altLang="vi-VN"/>
              <a:t>w </a:t>
            </a:r>
            <a:endParaRPr lang="en-US" altLang="vi-V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 dirty="0"/>
              <a:t>Bấm để chỉnh sửa kiểu tiêu đề phụ của Bản cái</a:t>
            </a:r>
            <a:endParaRPr lang="vi-VN" dirty="0"/>
          </a:p>
        </p:txBody>
      </p:sp>
      <p:sp>
        <p:nvSpPr>
          <p:cNvPr id="16" name="Chỗ dành sẵn cho Ngày tháng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17" name="Chỗ dành sẵn cho Chân trang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18" name="Chỗ dành sẵn cho Số hiệu Bản chiếu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vi-VN" dirty="0"/>
              <a:t>Bấm để chỉnh sửa tiêu đề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/>
              <a:t>Bấm để chỉnh sửa văn bản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dirty="0"/>
              <a:t>Bấm để chỉnh sửa văn bản</a:t>
            </a:r>
            <a:endParaRPr lang="vi-VN" dirty="0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smtClean="0"/>
              <a:t>Bấm để chỉnh sửa văn bản</a:t>
            </a:r>
            <a:endParaRPr lang="vi-VN"/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Hình ảnh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vi-VN" smtClean="0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vi-VN" smtClean="0"/>
            </a:fld>
            <a:endParaRPr lang="vi-VN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vi-VN" smtClean="0"/>
            </a:fld>
            <a:endParaRPr lang="vi-VN"/>
          </a:p>
        </p:txBody>
      </p:sp>
      <p:sp>
        <p:nvSpPr>
          <p:cNvPr id="9" name="Tiêu đề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vi-VN"/>
              <a:t>Bấm để sửa kiểu tiêu đề Bản cái</a:t>
            </a:r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vi-VN" smtClean="0"/>
              <a:t>Bấm để chỉnh sửa tiêu đề</a:t>
            </a:r>
            <a:endParaRPr lang="vi-VN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  <p:sp>
        <p:nvSpPr>
          <p:cNvPr id="7" name="Chỗ dành sẵn cho Nội dung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ản chiếu cuố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  <p:sp>
        <p:nvSpPr>
          <p:cNvPr id="2" name="Tiêu đề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vi-VN" smtClean="0"/>
              <a:t>Bấm để chỉnh sửa tiêu đề</a:t>
            </a:r>
            <a:endParaRPr lang="vi-VN"/>
          </a:p>
        </p:txBody>
      </p:sp>
      <p:sp>
        <p:nvSpPr>
          <p:cNvPr id="7" name="Chỗ dành sẵn cho Văn bản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 dirty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8.xml"/><Relationship Id="rId3" Type="http://schemas.openxmlformats.org/officeDocument/2006/relationships/image" Target="../media/image2.jpe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vi-VN"/>
          </a:p>
        </p:txBody>
      </p:sp>
      <p:sp>
        <p:nvSpPr>
          <p:cNvPr id="5" name="Hộp văn bản 4"/>
          <p:cNvSpPr txBox="1"/>
          <p:nvPr/>
        </p:nvSpPr>
        <p:spPr>
          <a:xfrm>
            <a:off x="-59690" y="0"/>
            <a:ext cx="12251690" cy="6858000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p>
            <a:endParaRPr lang="vi-VN" altLang="en-US"/>
          </a:p>
        </p:txBody>
      </p:sp>
      <p:pic>
        <p:nvPicPr>
          <p:cNvPr id="6" name="Hình ản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790" y="368935"/>
            <a:ext cx="3952875" cy="57486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vi-VN"/>
          </a:p>
        </p:txBody>
      </p:sp>
      <p:sp>
        <p:nvSpPr>
          <p:cNvPr id="5" name="Hộp văn bản 4"/>
          <p:cNvSpPr txBox="1"/>
          <p:nvPr/>
        </p:nvSpPr>
        <p:spPr>
          <a:xfrm>
            <a:off x="-59690" y="0"/>
            <a:ext cx="12251690" cy="6959600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p>
            <a:endParaRPr lang="en-US" altLang="vi-VN"/>
          </a:p>
        </p:txBody>
      </p:sp>
      <p:pic>
        <p:nvPicPr>
          <p:cNvPr id="4" name="Hình ảnh 3"/>
          <p:cNvPicPr/>
          <p:nvPr/>
        </p:nvPicPr>
        <p:blipFill>
          <a:blip r:embed="rId3"/>
          <a:stretch>
            <a:fillRect/>
          </a:stretch>
        </p:blipFill>
        <p:spPr>
          <a:xfrm>
            <a:off x="2630805" y="2051050"/>
            <a:ext cx="6896735" cy="35477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vi-VN"/>
          </a:p>
        </p:txBody>
      </p:sp>
      <p:sp>
        <p:nvSpPr>
          <p:cNvPr id="5" name="Hộp văn bản 4"/>
          <p:cNvSpPr txBox="1"/>
          <p:nvPr/>
        </p:nvSpPr>
        <p:spPr>
          <a:xfrm>
            <a:off x="0" y="0"/>
            <a:ext cx="12251690" cy="6858000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endParaRPr lang="vi-VN" altLang="en-US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vi-VN"/>
          </a:p>
        </p:txBody>
      </p:sp>
      <p:sp>
        <p:nvSpPr>
          <p:cNvPr id="5" name="Hộp văn bản 4"/>
          <p:cNvSpPr txBox="1"/>
          <p:nvPr/>
        </p:nvSpPr>
        <p:spPr>
          <a:xfrm>
            <a:off x="-59690" y="0"/>
            <a:ext cx="12251690" cy="6858000"/>
          </a:xfrm>
          <a:prstGeom prst="rect">
            <a:avLst/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p>
            <a:endParaRPr lang="vi-V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vi-VN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vi-VN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vi-VN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vi-V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Màn hình rộng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trình bày trống</dc:title>
  <dc:creator>SingPC</dc:creator>
  <cp:lastModifiedBy>Phuơng Linh</cp:lastModifiedBy>
  <cp:revision>1</cp:revision>
  <dcterms:created xsi:type="dcterms:W3CDTF">2026-10-26T13:55:36Z</dcterms:created>
  <dcterms:modified xsi:type="dcterms:W3CDTF">2026-10-26T13:55:36Z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1066-12.1.0.29162</vt:lpwstr>
  </property>
  <property fmtid="{D5CDD505-2E9C-101B-9397-08002B2CF9AE}" pid="3" name="ICV">
    <vt:lpwstr>26D3C0D88F6B466F9E3BA03D968A196D_11</vt:lpwstr>
  </property>
</Properties>
</file>